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822" r:id="rId4"/>
    <p:sldId id="824" r:id="rId5"/>
    <p:sldId id="825" r:id="rId6"/>
    <p:sldId id="826" r:id="rId7"/>
    <p:sldId id="828" r:id="rId8"/>
    <p:sldId id="829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ADA7D-5921-57E2-E8B9-D9395372F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0D0FBD-6B68-BB1F-C659-01D612638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FAFA3D-F71B-A667-325A-5D6B6F625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F736-D81E-46D6-A82C-37C15FFBB316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3553EF-1DDA-24C1-69E6-13D4296C7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EAE305-9951-63E6-6C5F-21022F52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8A0F-65C6-48D8-9027-5FADE30FA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61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750A10-CD63-E026-AAED-6A68CE88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1DE3A9-7062-D07D-E73C-545127F2B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EA47F5-3C6C-4413-4E25-D3AE8F6D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F736-D81E-46D6-A82C-37C15FFBB316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8B199F-3D4A-C59F-B994-6B18F7615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0FC044-F70E-EEA6-C473-0FF988D6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8A0F-65C6-48D8-9027-5FADE30FA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827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FD524-DD94-26AD-2E81-F6D784BC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E0BBC87-10A0-6E34-28DB-83ECE2018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A89830-D050-EAEB-C468-AA96CFFF7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F736-D81E-46D6-A82C-37C15FFBB316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58B245-25A0-3A22-AB66-7AD267C8D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147731-E66E-4FF4-D6E6-2C7C86DB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8A0F-65C6-48D8-9027-5FADE30FA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447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A6361E-F029-ADFF-C43B-0C01977C6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A46F9-BFB4-BE98-6EF0-671EAAE9B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46DA1A9-11FD-5935-F3BC-CF8718F1B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586CC6-1F81-69C7-8CD8-06BAAC234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F736-D81E-46D6-A82C-37C15FFBB316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E0E3A7F-3816-A152-0029-29CE6397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37725D-45A1-4C2F-E48A-CE2FE9A5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8A0F-65C6-48D8-9027-5FADE30FA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1637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813AD9-B397-8CA4-A2DA-0C4E86027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F761D4-9EF7-90F9-52C8-2C79C15E7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7BF76A-E1EF-4C98-9592-3D66AC4F7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DB2698A-6CEC-3858-E98C-EF9D2C1CB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19C4897-071A-836C-490C-C6E62D76B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34C43AE-F147-6363-A778-EAA1459E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F736-D81E-46D6-A82C-37C15FFBB316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44679C-D472-8489-97A9-A14F6DE8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3587DF7-58B0-2C3C-1374-6BFEE7A4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8A0F-65C6-48D8-9027-5FADE30FA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412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7E2A98-5B4A-CB05-FE54-C10D2AA34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F6C9876-84FA-B892-2568-6A3A6398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F736-D81E-46D6-A82C-37C15FFBB316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FE334C5-8E95-954A-4A7F-CED5B5D63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2EA4B96-70CD-5E02-1539-2D39ADE6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8A0F-65C6-48D8-9027-5FADE30FA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879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C5FBB17-0A1D-ABCB-98A0-3A804A90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F736-D81E-46D6-A82C-37C15FFBB316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1FCBC5C-A190-DF28-9510-EF45EE9E4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CDCFE0-8E93-EE88-FACA-5C577F012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8A0F-65C6-48D8-9027-5FADE30FA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06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F107D8-709D-C655-79FA-F82DE53B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DE4A29-C262-0CC2-E05A-14AB13F6F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7A5A01-2AB8-C4A2-DE7E-3403168CB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5D2813-82E8-2CE2-A18E-666EB2DA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F736-D81E-46D6-A82C-37C15FFBB316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8895B35-E152-4EAB-D6C1-372F97DF9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23CB22-EB83-C9E4-7E9E-40FB4A2F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8A0F-65C6-48D8-9027-5FADE30FA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408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DA287A-E7A5-0D6C-87AB-E64C33101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142E557-D2A5-CD70-33D4-3800254C35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03E895E-DCF8-63E9-A60D-D14E42705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57B6AF-27F6-E455-C7F6-01722DEA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F736-D81E-46D6-A82C-37C15FFBB316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2A2ECAE-002D-B637-8805-8A569DB4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7967B2-87EC-B48F-06E1-8433B7DC6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8A0F-65C6-48D8-9027-5FADE30FA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36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67962A-7163-17E2-0A75-3A17EAD6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3FB9786-D4AB-4FC7-97DF-282335BE6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474963-7163-F4E2-85D2-788E7A816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F736-D81E-46D6-A82C-37C15FFBB316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6BAC12-48AD-698D-A03E-A210FE551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A13517-72C7-5947-227C-2A4C3DF8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8A0F-65C6-48D8-9027-5FADE30FA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948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BFCCE-1D11-6282-77A1-EB624B83E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A880671-5E13-0C36-8F1B-BA9BD209A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CEFA21-3268-8B90-843C-5CDFF332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F736-D81E-46D6-A82C-37C15FFBB316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7B0061-8616-4851-3100-3C2017C23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325399-3A1D-8664-260A-84662A67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8A0F-65C6-48D8-9027-5FADE30FA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535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書名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184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章名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9"/>
          <p:cNvSpPr>
            <a:spLocks noGrp="1"/>
          </p:cNvSpPr>
          <p:nvPr>
            <p:ph type="body" sz="quarter" idx="17"/>
          </p:nvPr>
        </p:nvSpPr>
        <p:spPr>
          <a:xfrm>
            <a:off x="1295467" y="3529887"/>
            <a:ext cx="10667315" cy="1143008"/>
          </a:xfrm>
          <a:noFill/>
          <a:ln w="12700" cap="rnd">
            <a:noFill/>
            <a:round/>
          </a:ln>
          <a:effectLst/>
        </p:spPr>
        <p:txBody>
          <a:bodyPr lIns="0" tIns="0" rIns="0" bIns="0" numCol="2" anchor="ctr" anchorCtr="0">
            <a:noAutofit/>
          </a:bodyPr>
          <a:lstStyle>
            <a:lvl1pPr>
              <a:lnSpc>
                <a:spcPts val="2400"/>
              </a:lnSpc>
              <a:spcBef>
                <a:spcPts val="500"/>
              </a:spcBef>
              <a:defRPr kumimoji="0" lang="zh-TW" altLang="en-US" sz="2000" b="1" u="none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j-ea"/>
                <a:cs typeface="+mn-cs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5" name="文字版面配置區 13"/>
          <p:cNvSpPr>
            <a:spLocks noGrp="1"/>
          </p:cNvSpPr>
          <p:nvPr>
            <p:ph type="body" sz="quarter" idx="15" hasCustomPrompt="1"/>
          </p:nvPr>
        </p:nvSpPr>
        <p:spPr>
          <a:xfrm>
            <a:off x="1295467" y="2636912"/>
            <a:ext cx="10382323" cy="714380"/>
          </a:xfrm>
          <a:effectLst/>
        </p:spPr>
        <p:txBody>
          <a:bodyPr anchor="ctr" anchorCtr="0">
            <a:noAutofit/>
          </a:bodyPr>
          <a:lstStyle>
            <a:lvl1pPr algn="l">
              <a:lnSpc>
                <a:spcPts val="4800"/>
              </a:lnSpc>
              <a:spcBef>
                <a:spcPts val="0"/>
              </a:spcBef>
              <a:defRPr sz="4400" b="1" u="none" cap="none" spc="0" baseline="0">
                <a:ln w="15875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lvl="0"/>
            <a:r>
              <a:rPr lang="zh-TW" altLang="en-US" dirty="0"/>
              <a:t>按一以輯母片文字樣式</a:t>
            </a:r>
          </a:p>
        </p:txBody>
      </p:sp>
      <p:sp>
        <p:nvSpPr>
          <p:cNvPr id="11" name="矩形 10"/>
          <p:cNvSpPr/>
          <p:nvPr userDrawn="1"/>
        </p:nvSpPr>
        <p:spPr>
          <a:xfrm flipV="1">
            <a:off x="95293" y="2344890"/>
            <a:ext cx="12000000" cy="3513002"/>
          </a:xfrm>
          <a:prstGeom prst="rect">
            <a:avLst/>
          </a:prstGeom>
          <a:noFill/>
          <a:ln w="76200">
            <a:solidFill>
              <a:srgbClr val="219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7" name="矩形 16"/>
          <p:cNvSpPr/>
          <p:nvPr userDrawn="1"/>
        </p:nvSpPr>
        <p:spPr>
          <a:xfrm flipV="1">
            <a:off x="1007435" y="2056890"/>
            <a:ext cx="3143272" cy="288000"/>
          </a:xfrm>
          <a:prstGeom prst="rect">
            <a:avLst/>
          </a:prstGeom>
          <a:solidFill>
            <a:srgbClr val="219080"/>
          </a:solidFill>
          <a:ln w="38100">
            <a:solidFill>
              <a:srgbClr val="219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4" name="文字版面配置區 13"/>
          <p:cNvSpPr>
            <a:spLocks noGrp="1"/>
          </p:cNvSpPr>
          <p:nvPr>
            <p:ph type="body" sz="quarter" idx="14"/>
          </p:nvPr>
        </p:nvSpPr>
        <p:spPr>
          <a:xfrm>
            <a:off x="1402931" y="1557362"/>
            <a:ext cx="2400267" cy="863526"/>
          </a:xfrm>
        </p:spPr>
        <p:txBody>
          <a:bodyPr anchor="ctr" anchorCtr="0">
            <a:noAutofit/>
          </a:bodyPr>
          <a:lstStyle>
            <a:lvl1pPr>
              <a:lnSpc>
                <a:spcPts val="4800"/>
              </a:lnSpc>
              <a:spcBef>
                <a:spcPts val="0"/>
              </a:spcBef>
              <a:defRPr sz="10000" b="1" u="none" cap="none" spc="0" baseline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defRPr>
            </a:lvl1pPr>
          </a:lstStyle>
          <a:p>
            <a:pPr lvl="0"/>
            <a:r>
              <a:rPr lang="zh-TW" altLang="en-US" dirty="0"/>
              <a:t>按</a:t>
            </a:r>
          </a:p>
        </p:txBody>
      </p:sp>
    </p:spTree>
    <p:extLst>
      <p:ext uri="{BB962C8B-B14F-4D97-AF65-F5344CB8AC3E}">
        <p14:creationId xmlns:p14="http://schemas.microsoft.com/office/powerpoint/2010/main" val="4266169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XX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575999" y="1364512"/>
            <a:ext cx="11040000" cy="5160832"/>
          </a:xfrm>
        </p:spPr>
        <p:txBody>
          <a:bodyPr/>
          <a:lstStyle>
            <a:lvl1pPr>
              <a:defRPr sz="28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-457200">
              <a:buClrTx/>
              <a:buSzPct val="100000"/>
              <a:buFont typeface="+mj-ea"/>
              <a:buAutoNum type="ea1ChtPeriod"/>
              <a:defRPr kumimoji="0" lang="zh-TW" altLang="en-US" sz="2000" b="1" u="none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457200" indent="-457200">
              <a:buClrTx/>
              <a:buSzPct val="100000"/>
              <a:buFont typeface="+mj-lt"/>
              <a:buAutoNum type="arabicPeriod"/>
              <a:defRPr kumimoji="0" lang="zh-TW" altLang="en-US" sz="2000" b="0" u="none" kern="1200" baseline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>
              <a:lnSpc>
                <a:spcPts val="2800"/>
              </a:lnSpc>
              <a:spcAft>
                <a:spcPts val="200"/>
              </a:spcAft>
              <a:defRPr sz="2000"/>
            </a:lvl4pPr>
            <a:lvl5pPr>
              <a:lnSpc>
                <a:spcPts val="2800"/>
              </a:lnSpc>
              <a:defRPr sz="20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1049035" y="6126955"/>
            <a:ext cx="772165" cy="646331"/>
            <a:chOff x="8286776" y="6126954"/>
            <a:chExt cx="579124" cy="646331"/>
          </a:xfrm>
        </p:grpSpPr>
        <p:sp>
          <p:nvSpPr>
            <p:cNvPr id="4" name="橢圓形圖說文字 3"/>
            <p:cNvSpPr/>
            <p:nvPr/>
          </p:nvSpPr>
          <p:spPr>
            <a:xfrm flipH="1">
              <a:off x="8286776" y="6160557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solidFill>
              <a:srgbClr val="23A8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>
                <a:solidFill>
                  <a:srgbClr val="B5D14F"/>
                </a:solidFill>
              </a:endParaRPr>
            </a:p>
          </p:txBody>
        </p:sp>
        <p:sp>
          <p:nvSpPr>
            <p:cNvPr id="6" name="文字方塊 5">
              <a:hlinkClick r:id="rId2" action="ppaction://hlinksldjump"/>
            </p:cNvPr>
            <p:cNvSpPr txBox="1"/>
            <p:nvPr/>
          </p:nvSpPr>
          <p:spPr>
            <a:xfrm>
              <a:off x="8327600" y="6126954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TW" altLang="en-US" sz="2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回</a:t>
              </a:r>
              <a:endParaRPr lang="en-US" altLang="zh-TW" sz="2400" b="1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  <a:p>
              <a:r>
                <a:rPr lang="zh-TW" altLang="en-US" sz="1800" b="1" baseline="20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首頁</a:t>
              </a:r>
            </a:p>
          </p:txBody>
        </p:sp>
      </p:grpSp>
      <p:sp>
        <p:nvSpPr>
          <p:cNvPr id="8" name="標題版面配置區 21"/>
          <p:cNvSpPr>
            <a:spLocks noGrp="1"/>
          </p:cNvSpPr>
          <p:nvPr>
            <p:ph type="title"/>
          </p:nvPr>
        </p:nvSpPr>
        <p:spPr>
          <a:xfrm>
            <a:off x="563915" y="764704"/>
            <a:ext cx="11100704" cy="576064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81830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575999" y="741600"/>
            <a:ext cx="11040000" cy="5760000"/>
          </a:xfrm>
        </p:spPr>
        <p:txBody>
          <a:bodyPr/>
          <a:lstStyle>
            <a:lvl1pPr>
              <a:defRPr sz="28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-457200">
              <a:buClrTx/>
              <a:buSzPct val="100000"/>
              <a:buFont typeface="+mj-ea"/>
              <a:buAutoNum type="ea1ChtPeriod"/>
              <a:defRPr kumimoji="0" lang="zh-TW" altLang="en-US" sz="2000" b="1" u="none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457200" indent="-457200">
              <a:buClrTx/>
              <a:buSzPct val="100000"/>
              <a:buFont typeface="+mj-lt"/>
              <a:buAutoNum type="arabicPeriod"/>
              <a:defRPr kumimoji="0" lang="zh-TW" altLang="en-US" sz="2000" b="0" u="none" kern="1200" baseline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>
              <a:lnSpc>
                <a:spcPts val="2800"/>
              </a:lnSpc>
              <a:spcAft>
                <a:spcPts val="200"/>
              </a:spcAft>
              <a:defRPr sz="2000"/>
            </a:lvl4pPr>
            <a:lvl5pPr>
              <a:lnSpc>
                <a:spcPts val="2800"/>
              </a:lnSpc>
              <a:defRPr sz="20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92234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575999" y="741600"/>
            <a:ext cx="11040000" cy="5760000"/>
          </a:xfrm>
        </p:spPr>
        <p:txBody>
          <a:bodyPr/>
          <a:lstStyle>
            <a:lvl2pPr>
              <a:defRPr kumimoji="0" lang="zh-TW" altLang="en-US" sz="28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0" indent="0">
              <a:defRPr kumimoji="0" lang="zh-TW" altLang="en-US" sz="2500" b="1" u="dottedHeavy" kern="1200" baseline="0" dirty="0" smtClean="0">
                <a:solidFill>
                  <a:srgbClr val="C67A48"/>
                </a:solidFill>
                <a:latin typeface="+mj-ea"/>
                <a:ea typeface="+mj-ea"/>
                <a:cs typeface="+mn-cs"/>
              </a:defRPr>
            </a:lvl3pPr>
            <a:lvl4pPr>
              <a:spcAft>
                <a:spcPts val="200"/>
              </a:spcAft>
              <a:defRPr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1049035" y="6160558"/>
            <a:ext cx="772165" cy="652819"/>
            <a:chOff x="8286776" y="6160557"/>
            <a:chExt cx="579124" cy="652819"/>
          </a:xfrm>
        </p:grpSpPr>
        <p:sp>
          <p:nvSpPr>
            <p:cNvPr id="4" name="橢圓形圖說文字 3"/>
            <p:cNvSpPr/>
            <p:nvPr/>
          </p:nvSpPr>
          <p:spPr>
            <a:xfrm flipH="1">
              <a:off x="8286776" y="6160557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solidFill>
              <a:srgbClr val="786CAE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>
                <a:solidFill>
                  <a:srgbClr val="B5D14F"/>
                </a:solidFill>
              </a:endParaRPr>
            </a:p>
          </p:txBody>
        </p:sp>
        <p:sp>
          <p:nvSpPr>
            <p:cNvPr id="6" name="文字方塊 5">
              <a:hlinkClick r:id="rId2" action="ppaction://hlinksldjump"/>
            </p:cNvPr>
            <p:cNvSpPr txBox="1"/>
            <p:nvPr/>
          </p:nvSpPr>
          <p:spPr>
            <a:xfrm>
              <a:off x="8327600" y="6167045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TW" altLang="en-US" sz="2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回</a:t>
              </a:r>
              <a:endParaRPr lang="en-US" altLang="zh-TW" sz="2400" b="1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  <a:p>
              <a:r>
                <a:rPr lang="zh-TW" altLang="en-US" sz="1800" b="1" baseline="20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首頁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1641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76000" y="1100834"/>
            <a:ext cx="11040000" cy="5400000"/>
          </a:xfrm>
        </p:spPr>
        <p:txBody>
          <a:bodyPr/>
          <a:lstStyle>
            <a:lvl2pPr>
              <a:defRPr kumimoji="0" lang="zh-TW" altLang="en-US" sz="28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>
              <a:defRPr>
                <a:solidFill>
                  <a:srgbClr val="C67A48"/>
                </a:solidFill>
              </a:defRPr>
            </a:lvl3pPr>
            <a:lvl4pPr>
              <a:spcAft>
                <a:spcPts val="200"/>
              </a:spcAft>
              <a:defRPr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95507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文字_雙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75999" y="648000"/>
            <a:ext cx="5423991" cy="576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1"/>
          </p:nvPr>
        </p:nvSpPr>
        <p:spPr>
          <a:xfrm>
            <a:off x="6096000" y="648000"/>
            <a:ext cx="5281083" cy="576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918338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文字_雙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76000" y="1007999"/>
            <a:ext cx="5423989" cy="540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1"/>
          </p:nvPr>
        </p:nvSpPr>
        <p:spPr>
          <a:xfrm>
            <a:off x="6096000" y="1008000"/>
            <a:ext cx="5280000" cy="540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603889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範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719667" y="1268072"/>
            <a:ext cx="10752667" cy="1728880"/>
          </a:xfrm>
          <a:ln w="19050" cmpd="sng">
            <a:gradFill>
              <a:gsLst>
                <a:gs pos="0">
                  <a:schemeClr val="bg1"/>
                </a:gs>
                <a:gs pos="68000">
                  <a:srgbClr val="EB5405"/>
                </a:gs>
                <a:gs pos="100000">
                  <a:srgbClr val="EB5405"/>
                </a:gs>
              </a:gsLst>
              <a:lin ang="4200000" scaled="0"/>
            </a:gradFill>
          </a:ln>
        </p:spPr>
        <p:txBody>
          <a:bodyPr wrap="square" lIns="252000" tIns="360000" rIns="180000" bIns="72000">
            <a:noAutofit/>
          </a:bodyPr>
          <a:lstStyle>
            <a:lvl1pPr>
              <a:lnSpc>
                <a:spcPts val="2400"/>
              </a:lnSpc>
              <a:spcBef>
                <a:spcPts val="600"/>
              </a:spcBef>
              <a:defRPr sz="1800" b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文字版面配置區 8"/>
          <p:cNvSpPr>
            <a:spLocks noGrp="1"/>
          </p:cNvSpPr>
          <p:nvPr>
            <p:ph type="body" sz="quarter" idx="12"/>
          </p:nvPr>
        </p:nvSpPr>
        <p:spPr>
          <a:xfrm>
            <a:off x="623392" y="987971"/>
            <a:ext cx="4420350" cy="488201"/>
          </a:xfrm>
          <a:gradFill flip="none" rotWithShape="1">
            <a:gsLst>
              <a:gs pos="0">
                <a:schemeClr val="bg1"/>
              </a:gs>
              <a:gs pos="50000">
                <a:srgbClr val="EB5405"/>
              </a:gs>
              <a:gs pos="100000">
                <a:schemeClr val="accent6"/>
              </a:gs>
            </a:gsLst>
            <a:lin ang="14400000" scaled="0"/>
            <a:tileRect/>
          </a:gra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wrap="none" lIns="180000" tIns="72000" rIns="5400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u="none" baseline="0">
                <a:solidFill>
                  <a:schemeClr val="bg1"/>
                </a:solidFill>
                <a:latin typeface="Arial Black" pitchFamily="34" charset="0"/>
                <a:ea typeface="+mj-ea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588231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圖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719667" y="1484785"/>
            <a:ext cx="10752667" cy="3189921"/>
          </a:xfrm>
          <a:ln w="19050" cmpd="sng">
            <a:gradFill>
              <a:gsLst>
                <a:gs pos="0">
                  <a:schemeClr val="bg1"/>
                </a:gs>
                <a:gs pos="68000">
                  <a:srgbClr val="BE2856"/>
                </a:gs>
                <a:gs pos="100000">
                  <a:srgbClr val="3D3B5F"/>
                </a:gs>
              </a:gsLst>
              <a:lin ang="4200000" scaled="0"/>
            </a:gradFill>
          </a:ln>
        </p:spPr>
        <p:txBody>
          <a:bodyPr lIns="252000" tIns="360000" rIns="180000" bIns="72000">
            <a:spAutoFit/>
          </a:bodyPr>
          <a:lstStyle>
            <a:lvl1pPr>
              <a:lnSpc>
                <a:spcPts val="2400"/>
              </a:lnSpc>
              <a:defRPr sz="2200" b="0">
                <a:solidFill>
                  <a:schemeClr val="tx1"/>
                </a:solidFill>
              </a:defRPr>
            </a:lvl1pPr>
            <a:lvl2pPr>
              <a:defRPr>
                <a:solidFill>
                  <a:srgbClr val="8FC320"/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  <a:lvl5pPr>
              <a:buClr>
                <a:srgbClr val="B5D14F"/>
              </a:buClr>
              <a:buFont typeface="Wingdings" pitchFamily="2" charset="2"/>
              <a:buChar char="n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zh-TW" altLang="en-US" dirty="0"/>
          </a:p>
        </p:txBody>
      </p:sp>
      <p:sp>
        <p:nvSpPr>
          <p:cNvPr id="6" name="文字版面配置區 8"/>
          <p:cNvSpPr>
            <a:spLocks noGrp="1"/>
          </p:cNvSpPr>
          <p:nvPr>
            <p:ph type="body" sz="quarter" idx="12"/>
          </p:nvPr>
        </p:nvSpPr>
        <p:spPr>
          <a:xfrm>
            <a:off x="623392" y="1196753"/>
            <a:ext cx="6240693" cy="504056"/>
          </a:xfrm>
          <a:gradFill flip="none" rotWithShape="1">
            <a:gsLst>
              <a:gs pos="0">
                <a:schemeClr val="bg1"/>
              </a:gs>
              <a:gs pos="50000">
                <a:srgbClr val="BE2856"/>
              </a:gs>
              <a:gs pos="100000">
                <a:srgbClr val="3D3B5F"/>
              </a:gs>
            </a:gsLst>
            <a:lin ang="14400000" scaled="0"/>
            <a:tileRect/>
          </a:gra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lIns="180000" tIns="72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i="0" u="none" baseline="0">
                <a:solidFill>
                  <a:schemeClr val="bg1"/>
                </a:solidFill>
                <a:latin typeface="Arial Black" pitchFamily="34" charset="0"/>
                <a:ea typeface="+mj-ea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grpSp>
        <p:nvGrpSpPr>
          <p:cNvPr id="17" name="群組 16"/>
          <p:cNvGrpSpPr/>
          <p:nvPr userDrawn="1"/>
        </p:nvGrpSpPr>
        <p:grpSpPr>
          <a:xfrm>
            <a:off x="856549" y="6200930"/>
            <a:ext cx="1399024" cy="503533"/>
            <a:chOff x="899592" y="6237835"/>
            <a:chExt cx="1049268" cy="503533"/>
          </a:xfrm>
        </p:grpSpPr>
        <p:sp>
          <p:nvSpPr>
            <p:cNvPr id="18" name="弧形向右箭號 17"/>
            <p:cNvSpPr/>
            <p:nvPr/>
          </p:nvSpPr>
          <p:spPr>
            <a:xfrm rot="612716">
              <a:off x="899592" y="6237835"/>
              <a:ext cx="440592" cy="503533"/>
            </a:xfrm>
            <a:prstGeom prst="curvedRightArrow">
              <a:avLst/>
            </a:prstGeom>
            <a:gradFill>
              <a:gsLst>
                <a:gs pos="0">
                  <a:schemeClr val="bg1"/>
                </a:gs>
                <a:gs pos="50000">
                  <a:srgbClr val="BE2856"/>
                </a:gs>
                <a:gs pos="100000">
                  <a:srgbClr val="3D3B5F"/>
                </a:gs>
              </a:gsLst>
              <a:lin ang="3600000" scaled="0"/>
            </a:gradFill>
            <a:ln w="952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940748" y="6304512"/>
              <a:ext cx="1008112" cy="30777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>
                  <a:solidFill>
                    <a:srgbClr val="3D3B5F"/>
                  </a:solidFill>
                </a:rPr>
                <a:t>續下頁</a:t>
              </a:r>
            </a:p>
          </p:txBody>
        </p:sp>
      </p:grpSp>
      <p:cxnSp>
        <p:nvCxnSpPr>
          <p:cNvPr id="8" name="直線單箭頭接點 7"/>
          <p:cNvCxnSpPr/>
          <p:nvPr userDrawn="1"/>
        </p:nvCxnSpPr>
        <p:spPr>
          <a:xfrm>
            <a:off x="2639616" y="6021288"/>
            <a:ext cx="480053" cy="648072"/>
          </a:xfrm>
          <a:prstGeom prst="straightConnector1">
            <a:avLst/>
          </a:prstGeom>
          <a:ln>
            <a:solidFill>
              <a:srgbClr val="BE2856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 userDrawn="1"/>
        </p:nvCxnSpPr>
        <p:spPr>
          <a:xfrm>
            <a:off x="3503712" y="6237312"/>
            <a:ext cx="2976331" cy="0"/>
          </a:xfrm>
          <a:prstGeom prst="line">
            <a:avLst/>
          </a:prstGeom>
          <a:ln w="38100" cmpd="sng">
            <a:solidFill>
              <a:srgbClr val="BE28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7056107" y="5949280"/>
            <a:ext cx="480053" cy="432048"/>
          </a:xfrm>
          <a:prstGeom prst="rect">
            <a:avLst/>
          </a:prstGeom>
          <a:solidFill>
            <a:srgbClr val="4679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7824192" y="5949280"/>
            <a:ext cx="480053" cy="432048"/>
          </a:xfrm>
          <a:prstGeom prst="rect">
            <a:avLst/>
          </a:prstGeom>
          <a:solidFill>
            <a:srgbClr val="8F3B8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grpSp>
        <p:nvGrpSpPr>
          <p:cNvPr id="16" name="群組 15"/>
          <p:cNvGrpSpPr/>
          <p:nvPr userDrawn="1"/>
        </p:nvGrpSpPr>
        <p:grpSpPr>
          <a:xfrm>
            <a:off x="8976320" y="5605201"/>
            <a:ext cx="772165" cy="646331"/>
            <a:chOff x="6732240" y="5605200"/>
            <a:chExt cx="579124" cy="646331"/>
          </a:xfrm>
          <a:solidFill>
            <a:srgbClr val="8FC320"/>
          </a:solidFill>
        </p:grpSpPr>
        <p:sp>
          <p:nvSpPr>
            <p:cNvPr id="12" name="橢圓形圖說文字 11"/>
            <p:cNvSpPr/>
            <p:nvPr userDrawn="1"/>
          </p:nvSpPr>
          <p:spPr>
            <a:xfrm flipH="1">
              <a:off x="6732240" y="5622113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>
                <a:solidFill>
                  <a:srgbClr val="B5D14F"/>
                </a:solidFill>
              </a:endParaRPr>
            </a:p>
          </p:txBody>
        </p:sp>
        <p:sp>
          <p:nvSpPr>
            <p:cNvPr id="13" name="文字方塊 12"/>
            <p:cNvSpPr txBox="1"/>
            <p:nvPr userDrawn="1"/>
          </p:nvSpPr>
          <p:spPr>
            <a:xfrm>
              <a:off x="6778800" y="5605200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TW" altLang="en-US" sz="2400" b="1" dirty="0">
                  <a:solidFill>
                    <a:schemeClr val="bg2"/>
                  </a:solidFill>
                </a:rPr>
                <a:t>回</a:t>
              </a:r>
              <a:endParaRPr lang="en-US" altLang="zh-TW" sz="2400" b="1" dirty="0">
                <a:solidFill>
                  <a:schemeClr val="bg2"/>
                </a:solidFill>
              </a:endParaRPr>
            </a:p>
            <a:p>
              <a:r>
                <a:rPr lang="zh-TW" altLang="en-US" sz="1800" b="1" baseline="20000" dirty="0">
                  <a:solidFill>
                    <a:schemeClr val="bg2"/>
                  </a:solidFill>
                </a:rPr>
                <a:t>首頁</a:t>
              </a:r>
            </a:p>
          </p:txBody>
        </p:sp>
      </p:grpSp>
      <p:sp>
        <p:nvSpPr>
          <p:cNvPr id="20" name="文字版面配置區 4"/>
          <p:cNvSpPr>
            <a:spLocks noGrp="1"/>
          </p:cNvSpPr>
          <p:nvPr>
            <p:ph type="body" sz="quarter" idx="10"/>
          </p:nvPr>
        </p:nvSpPr>
        <p:spPr>
          <a:xfrm>
            <a:off x="10224459" y="6021288"/>
            <a:ext cx="1665600" cy="468000"/>
          </a:xfrm>
          <a:gradFill>
            <a:gsLst>
              <a:gs pos="0">
                <a:schemeClr val="bg1"/>
              </a:gs>
              <a:gs pos="50000">
                <a:srgbClr val="BE2856"/>
              </a:gs>
              <a:gs pos="100000">
                <a:srgbClr val="3D3B5F"/>
              </a:gs>
            </a:gsLst>
            <a:lin ang="3600000" scaled="0"/>
          </a:gradFill>
          <a:ln>
            <a:solidFill>
              <a:schemeClr val="bg1"/>
            </a:solidFill>
          </a:ln>
          <a:effectLst>
            <a:outerShdw blurRad="25400" dist="12700" dir="13500000" algn="br" rotWithShape="0">
              <a:prstClr val="black">
                <a:alpha val="40000"/>
              </a:prstClr>
            </a:outerShdw>
          </a:effectLst>
        </p:spPr>
        <p:txBody>
          <a:bodyPr lIns="90000" tIns="0">
            <a:noAutofit/>
          </a:bodyPr>
          <a:lstStyle>
            <a:lvl1pPr algn="r"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 dirty="0"/>
              <a:t>按一下以編輯母片文字</a:t>
            </a:r>
          </a:p>
        </p:txBody>
      </p:sp>
    </p:spTree>
    <p:extLst>
      <p:ext uri="{BB962C8B-B14F-4D97-AF65-F5344CB8AC3E}">
        <p14:creationId xmlns:p14="http://schemas.microsoft.com/office/powerpoint/2010/main" val="101082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96C3D1B-A868-3409-9758-AC531296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F56D5B-FC52-13F6-9B52-682375A4D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EC574B-B12D-C248-096F-B5AD5F2DE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5F736-D81E-46D6-A82C-37C15FFBB316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32BB48-30B6-4529-2718-62B87705A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A9907B-9F68-4C39-DEBD-2F5C14799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98A0F-65C6-48D8-9027-5FADE30FA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06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812800" y="836712"/>
            <a:ext cx="10871200" cy="57606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816864" y="1484784"/>
            <a:ext cx="10871200" cy="452628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 eaLnBrk="1" latinLnBrk="0" hangingPunct="1"/>
            <a:r>
              <a:rPr kumimoji="0" lang="zh-TW" altLang="en-US" dirty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/>
              <a:t>第二層</a:t>
            </a:r>
          </a:p>
          <a:p>
            <a:pPr lvl="2" eaLnBrk="1" latinLnBrk="0" hangingPunct="1"/>
            <a:r>
              <a:rPr kumimoji="0" lang="zh-TW" altLang="en-US" dirty="0"/>
              <a:t>第三層</a:t>
            </a:r>
          </a:p>
          <a:p>
            <a:pPr lvl="3" eaLnBrk="1" latinLnBrk="0" hangingPunct="1"/>
            <a:r>
              <a:rPr kumimoji="0" lang="zh-TW" altLang="en-US" dirty="0"/>
              <a:t>第四層</a:t>
            </a:r>
            <a:endParaRPr kumimoji="0" lang="en-US" altLang="zh-TW" dirty="0"/>
          </a:p>
          <a:p>
            <a:pPr lvl="4" eaLnBrk="1" latinLnBrk="0" hangingPunct="1"/>
            <a:r>
              <a:rPr kumimoji="0" lang="zh-TW" altLang="en-US" dirty="0"/>
              <a:t>第五層</a:t>
            </a:r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6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3742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marL="216000" indent="-216000" algn="l" rtl="0" eaLnBrk="1" latinLnBrk="0" hangingPunct="1">
        <a:lnSpc>
          <a:spcPts val="3400"/>
        </a:lnSpc>
        <a:spcBef>
          <a:spcPct val="0"/>
        </a:spcBef>
        <a:buSzPct val="80000"/>
        <a:buFontTx/>
        <a:buNone/>
        <a:defRPr kumimoji="0" sz="3200" b="1" u="none" kern="1200" baseline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j-ea"/>
          <a:cs typeface="+mj-cs"/>
        </a:defRPr>
      </a:lvl1pPr>
    </p:titleStyle>
    <p:bodyStyle>
      <a:lvl1pPr marL="0" indent="0" algn="l" rtl="0" eaLnBrk="1" latinLnBrk="0" hangingPunct="1">
        <a:lnSpc>
          <a:spcPct val="150000"/>
        </a:lnSpc>
        <a:spcBef>
          <a:spcPts val="0"/>
        </a:spcBef>
        <a:buClr>
          <a:schemeClr val="accent3">
            <a:lumMod val="75000"/>
          </a:schemeClr>
        </a:buClr>
        <a:buSzPct val="100000"/>
        <a:buFontTx/>
        <a:buNone/>
        <a:defRPr kumimoji="0" sz="3200" b="1" u="none" kern="1200" baseline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j-ea"/>
          <a:cs typeface="+mn-cs"/>
        </a:defRPr>
      </a:lvl1pPr>
      <a:lvl2pPr marL="0" indent="0" algn="l" rtl="0" eaLnBrk="1" latinLnBrk="0" hangingPunct="1">
        <a:lnSpc>
          <a:spcPct val="100000"/>
        </a:lnSpc>
        <a:spcBef>
          <a:spcPts val="1200"/>
        </a:spcBef>
        <a:buClr>
          <a:schemeClr val="accent3">
            <a:lumMod val="75000"/>
          </a:schemeClr>
        </a:buClr>
        <a:buSzPct val="90000"/>
        <a:buFontTx/>
        <a:buNone/>
        <a:defRPr kumimoji="0" sz="2800" b="1" kern="1200">
          <a:solidFill>
            <a:srgbClr val="8FC320"/>
          </a:solidFill>
          <a:latin typeface="+mj-ea"/>
          <a:ea typeface="+mj-ea"/>
          <a:cs typeface="+mn-cs"/>
        </a:defRPr>
      </a:lvl2pPr>
      <a:lvl3pPr marL="360000" indent="-360000" algn="l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rgbClr val="AE2A7F"/>
        </a:buClr>
        <a:buSzPct val="90000"/>
        <a:buFontTx/>
        <a:buNone/>
        <a:defRPr kumimoji="0" sz="2500" b="1" u="dottedHeavy" kern="1200" baseline="0">
          <a:solidFill>
            <a:srgbClr val="C67A48"/>
          </a:solidFill>
          <a:latin typeface="+mj-ea"/>
          <a:ea typeface="+mj-ea"/>
          <a:cs typeface="+mn-cs"/>
        </a:defRPr>
      </a:lvl3pPr>
      <a:lvl4pPr marL="0" indent="-288000" algn="l" rtl="0" eaLnBrk="1" latinLnBrk="0" hangingPunct="1">
        <a:lnSpc>
          <a:spcPts val="2800"/>
        </a:lnSpc>
        <a:spcBef>
          <a:spcPts val="800"/>
        </a:spcBef>
        <a:spcAft>
          <a:spcPts val="0"/>
        </a:spcAft>
        <a:buClr>
          <a:srgbClr val="AE2A7F"/>
        </a:buClr>
        <a:buSzPct val="90000"/>
        <a:buFontTx/>
        <a:buNone/>
        <a:defRPr kumimoji="0"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360000" marR="0" indent="-342900" algn="l" defTabSz="914400" rtl="0" eaLnBrk="1" fontAlgn="auto" latinLnBrk="0" hangingPunct="1">
        <a:lnSpc>
          <a:spcPts val="2800"/>
        </a:lnSpc>
        <a:spcBef>
          <a:spcPts val="600"/>
        </a:spcBef>
        <a:spcAft>
          <a:spcPts val="0"/>
        </a:spcAft>
        <a:buClrTx/>
        <a:buSzPct val="100000"/>
        <a:buFont typeface="+mj-lt"/>
        <a:buAutoNum type="arabicPeriod"/>
        <a:tabLst/>
        <a:defRPr kumimoji="0" sz="1800" b="0" kern="1200">
          <a:solidFill>
            <a:schemeClr val="tx1"/>
          </a:solidFill>
          <a:latin typeface="+mj-ea"/>
          <a:ea typeface="+mj-ea"/>
          <a:cs typeface="+mn-cs"/>
        </a:defRPr>
      </a:lvl5pPr>
      <a:lvl6pPr marL="360000" indent="-342000" algn="l" rtl="0" eaLnBrk="1" latinLnBrk="0" hangingPunct="1">
        <a:lnSpc>
          <a:spcPct val="100000"/>
        </a:lnSpc>
        <a:spcBef>
          <a:spcPts val="600"/>
        </a:spcBef>
        <a:buClr>
          <a:srgbClr val="C67A48"/>
        </a:buClr>
        <a:buFont typeface="Wingdings" pitchFamily="2" charset="2"/>
        <a:buChar char="n"/>
        <a:defRPr kumimoji="0" sz="1800" kern="1200" baseline="0">
          <a:solidFill>
            <a:schemeClr val="tx1"/>
          </a:solidFill>
          <a:latin typeface="+mn-ea"/>
          <a:ea typeface="+mn-ea"/>
          <a:cs typeface="+mn-cs"/>
        </a:defRPr>
      </a:lvl6pPr>
      <a:lvl7pPr marL="936000" indent="-228600" algn="l" rtl="0" eaLnBrk="1" latinLnBrk="0" hangingPunct="1">
        <a:spcBef>
          <a:spcPts val="600"/>
        </a:spcBef>
        <a:buClrTx/>
        <a:buFont typeface="Wingdings" pitchFamily="2" charset="2"/>
        <a:buChar char="n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46BC9C-1812-D91D-A9E9-41EB3A2231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E548C94-802D-E5D9-1894-27EC77D9E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2720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D5124D8-F8CA-6D0A-8928-EDD8A452F8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1364512"/>
            <a:ext cx="8460481" cy="5160832"/>
          </a:xfrm>
        </p:spPr>
        <p:txBody>
          <a:bodyPr/>
          <a:lstStyle/>
          <a:p>
            <a:r>
              <a:rPr lang="en-US" altLang="zh-TW" dirty="0"/>
              <a:t>13-4-1 </a:t>
            </a:r>
            <a:r>
              <a:rPr lang="zh-TW" altLang="en-US" dirty="0"/>
              <a:t>認識</a:t>
            </a:r>
            <a:r>
              <a:rPr lang="en-US" altLang="zh-TW" dirty="0"/>
              <a:t>HTML</a:t>
            </a:r>
          </a:p>
          <a:p>
            <a:pPr marL="0" lvl="2" indent="0">
              <a:buNone/>
            </a:pPr>
            <a:r>
              <a:rPr lang="zh-TW" altLang="en-US" dirty="0"/>
              <a:t>我們經常使用</a:t>
            </a:r>
            <a:r>
              <a:rPr lang="en-US" altLang="zh-TW" dirty="0"/>
              <a:t>Microsoft Edge </a:t>
            </a:r>
            <a:r>
              <a:rPr lang="zh-TW" altLang="en-US" dirty="0"/>
              <a:t>或</a:t>
            </a:r>
            <a:r>
              <a:rPr lang="en-US" altLang="zh-TW" dirty="0"/>
              <a:t>Google Chrome </a:t>
            </a:r>
            <a:r>
              <a:rPr lang="zh-TW" altLang="en-US" dirty="0"/>
              <a:t>瀏覽器來瀏覽網頁，</a:t>
            </a:r>
            <a:r>
              <a:rPr lang="zh-TW" altLang="en-US" b="1" dirty="0"/>
              <a:t>網頁是由</a:t>
            </a:r>
            <a:r>
              <a:rPr lang="en-US" altLang="zh-TW" b="1" dirty="0"/>
              <a:t>HTML</a:t>
            </a:r>
            <a:r>
              <a:rPr lang="zh-TW" altLang="en-US" b="1" dirty="0"/>
              <a:t>、</a:t>
            </a:r>
            <a:r>
              <a:rPr lang="en-US" altLang="zh-TW" b="1" dirty="0"/>
              <a:t>CSS </a:t>
            </a:r>
            <a:r>
              <a:rPr lang="zh-TW" altLang="en-US" b="1" dirty="0"/>
              <a:t>及</a:t>
            </a:r>
            <a:r>
              <a:rPr lang="en-US" altLang="zh-TW" b="1" dirty="0"/>
              <a:t>JavaScript </a:t>
            </a:r>
            <a:r>
              <a:rPr lang="zh-TW" altLang="en-US" b="1" dirty="0"/>
              <a:t>三大元素所架構而成</a:t>
            </a:r>
            <a:r>
              <a:rPr lang="zh-TW" altLang="en-US" dirty="0"/>
              <a:t>。</a:t>
            </a:r>
            <a:r>
              <a:rPr lang="en-US" altLang="zh-TW" dirty="0"/>
              <a:t>HTML </a:t>
            </a:r>
            <a:r>
              <a:rPr lang="zh-TW" altLang="en-US" dirty="0"/>
              <a:t>負責建構並呈現網頁的內容、</a:t>
            </a:r>
            <a:r>
              <a:rPr lang="en-US" altLang="zh-TW" dirty="0"/>
              <a:t>CSS </a:t>
            </a:r>
            <a:r>
              <a:rPr lang="zh-TW" altLang="en-US" dirty="0"/>
              <a:t>負責管理網頁的外觀樣式、而</a:t>
            </a:r>
            <a:r>
              <a:rPr lang="en-US" altLang="zh-TW" dirty="0"/>
              <a:t>JavaScript </a:t>
            </a:r>
            <a:r>
              <a:rPr lang="zh-TW" altLang="en-US" dirty="0"/>
              <a:t>負責管理使用者的操作行為，讓使用者與網站互動。</a:t>
            </a:r>
          </a:p>
          <a:p>
            <a:pPr marL="0" lvl="2" indent="0">
              <a:buNone/>
            </a:pPr>
            <a:r>
              <a:rPr lang="en-US" altLang="zh-TW" dirty="0"/>
              <a:t>HTML </a:t>
            </a:r>
            <a:r>
              <a:rPr lang="zh-TW" altLang="en-US" dirty="0"/>
              <a:t>是超文字標記語言（</a:t>
            </a:r>
            <a:r>
              <a:rPr lang="en-US" altLang="zh-TW" dirty="0" err="1"/>
              <a:t>HyperText</a:t>
            </a:r>
            <a:r>
              <a:rPr lang="en-US" altLang="zh-TW" dirty="0"/>
              <a:t> Markup Language</a:t>
            </a:r>
            <a:r>
              <a:rPr lang="zh-TW" altLang="en-US" dirty="0"/>
              <a:t>）的縮寫，不同於一般程式設計語言，</a:t>
            </a:r>
            <a:r>
              <a:rPr lang="en-US" altLang="zh-TW" dirty="0"/>
              <a:t>HTML </a:t>
            </a:r>
            <a:r>
              <a:rPr lang="zh-TW" altLang="en-US" dirty="0"/>
              <a:t>是用來告訴瀏覽器如何呈現網頁的標記式語言。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4DF6469-0B44-D408-D15F-E0ADD5CA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13-4 </a:t>
            </a:r>
            <a:r>
              <a:rPr lang="zh-TW" altLang="en-US" dirty="0"/>
              <a:t>網頁與</a:t>
            </a:r>
            <a:r>
              <a:rPr lang="en-US" altLang="zh-TW" dirty="0"/>
              <a:t>HTML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6985C49-C084-46B7-A67E-62F815DF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630" y="4426188"/>
            <a:ext cx="4963218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95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244457" cy="5760000"/>
          </a:xfrm>
        </p:spPr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13-4-2 HTML </a:t>
            </a:r>
            <a:r>
              <a:rPr lang="zh-TW" altLang="en-US" dirty="0"/>
              <a:t>文件的架構</a:t>
            </a:r>
          </a:p>
          <a:p>
            <a:pPr marL="0" lvl="2" indent="0">
              <a:buNone/>
            </a:pPr>
            <a:r>
              <a:rPr lang="zh-TW" altLang="en-US" dirty="0"/>
              <a:t>如下所示</a:t>
            </a:r>
            <a:r>
              <a:rPr lang="en-US" altLang="zh-TW" dirty="0"/>
              <a:t>HTML </a:t>
            </a:r>
            <a:r>
              <a:rPr lang="zh-TW" altLang="en-US" dirty="0"/>
              <a:t>文件的架構範例，主要是由</a:t>
            </a:r>
            <a:r>
              <a:rPr lang="en-US" altLang="zh-TW" dirty="0"/>
              <a:t>&lt;html&gt;</a:t>
            </a:r>
            <a:r>
              <a:rPr lang="zh-TW" altLang="en-US" dirty="0"/>
              <a:t>、</a:t>
            </a:r>
            <a:r>
              <a:rPr lang="en-US" altLang="zh-TW" dirty="0"/>
              <a:t>&lt;head&gt;</a:t>
            </a:r>
            <a:r>
              <a:rPr lang="zh-TW" altLang="en-US" dirty="0"/>
              <a:t>及</a:t>
            </a:r>
            <a:r>
              <a:rPr lang="en-US" altLang="zh-TW" dirty="0"/>
              <a:t>&lt;body&gt;</a:t>
            </a:r>
            <a:r>
              <a:rPr lang="zh-TW" altLang="en-US" dirty="0"/>
              <a:t>三個部份所組成。</a:t>
            </a:r>
            <a:r>
              <a:rPr lang="en-US" altLang="zh-TW" dirty="0"/>
              <a:t>&lt;html&gt;</a:t>
            </a:r>
            <a:r>
              <a:rPr lang="zh-TW" altLang="en-US" dirty="0"/>
              <a:t>標籤包含所有顯示在這個頁面的內容。</a:t>
            </a:r>
            <a:r>
              <a:rPr lang="en-US" altLang="zh-TW" dirty="0"/>
              <a:t>&lt;head&gt;</a:t>
            </a:r>
            <a:r>
              <a:rPr lang="zh-TW" altLang="en-US" dirty="0"/>
              <a:t>標籤包含關於網頁的元資訊（</a:t>
            </a:r>
            <a:r>
              <a:rPr lang="en-US" altLang="zh-TW" dirty="0"/>
              <a:t>metadata</a:t>
            </a:r>
            <a:r>
              <a:rPr lang="zh-TW" altLang="en-US" dirty="0"/>
              <a:t>），例如網頁標題、編碼方式等，</a:t>
            </a:r>
            <a:r>
              <a:rPr lang="zh-TW" altLang="en-US" b="1" dirty="0"/>
              <a:t>元資訊不會顯示在網頁上</a:t>
            </a:r>
            <a:r>
              <a:rPr lang="zh-TW" altLang="en-US" dirty="0"/>
              <a:t>。</a:t>
            </a:r>
            <a:r>
              <a:rPr lang="en-US" altLang="zh-TW" dirty="0"/>
              <a:t>&lt;body&gt;</a:t>
            </a:r>
            <a:r>
              <a:rPr lang="zh-TW" altLang="en-US" dirty="0"/>
              <a:t>標籤用來呈現網頁的內容，包含文件的標題、段落、圖像、超連接、表格及列表等。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74F6713-F7D8-4753-A836-21EBAA82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1" y="741600"/>
            <a:ext cx="6168753" cy="222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5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244457" cy="5760000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3D0C33F-476F-4012-8A5E-BCDC0B3FC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764556"/>
            <a:ext cx="7262992" cy="285704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AB4DFE1-DA15-4464-9E8D-0F38E4B4E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649" y="3933056"/>
            <a:ext cx="6171537" cy="140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70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244457" cy="5760000"/>
          </a:xfrm>
        </p:spPr>
        <p:txBody>
          <a:bodyPr/>
          <a:lstStyle/>
          <a:p>
            <a:r>
              <a:rPr lang="en-US" altLang="zh-TW" dirty="0"/>
              <a:t>13-4-3 </a:t>
            </a:r>
            <a:r>
              <a:rPr lang="zh-TW" altLang="en-US" dirty="0"/>
              <a:t>認識</a:t>
            </a:r>
            <a:r>
              <a:rPr lang="en-US" altLang="zh-TW" dirty="0"/>
              <a:t>CSS</a:t>
            </a:r>
          </a:p>
          <a:p>
            <a:pPr marL="0" lvl="2" indent="0">
              <a:buNone/>
            </a:pPr>
            <a:r>
              <a:rPr lang="en-US" altLang="zh-TW" dirty="0"/>
              <a:t>CSS </a:t>
            </a:r>
            <a:r>
              <a:rPr lang="zh-TW" altLang="en-US" dirty="0"/>
              <a:t>是階層樣式表（</a:t>
            </a:r>
            <a:r>
              <a:rPr lang="en-US" altLang="zh-TW" dirty="0"/>
              <a:t>Cascading </a:t>
            </a:r>
            <a:r>
              <a:rPr lang="en-US" altLang="zh-TW" dirty="0" err="1"/>
              <a:t>StyleSheets</a:t>
            </a:r>
            <a:r>
              <a:rPr lang="zh-TW" altLang="en-US" dirty="0"/>
              <a:t>）的縮寫，用來將</a:t>
            </a:r>
            <a:r>
              <a:rPr lang="en-US" altLang="zh-TW" dirty="0"/>
              <a:t>HTML </a:t>
            </a:r>
            <a:r>
              <a:rPr lang="zh-TW" altLang="en-US" dirty="0"/>
              <a:t>文件中的元素（</a:t>
            </a:r>
            <a:r>
              <a:rPr lang="en-US" altLang="zh-TW" dirty="0"/>
              <a:t>element</a:t>
            </a:r>
            <a:r>
              <a:rPr lang="zh-TW" altLang="en-US" dirty="0"/>
              <a:t>）套用不同的頁面樣式（</a:t>
            </a:r>
            <a:r>
              <a:rPr lang="en-US" altLang="zh-TW" dirty="0"/>
              <a:t>style</a:t>
            </a:r>
            <a:r>
              <a:rPr lang="zh-TW" altLang="en-US" dirty="0"/>
              <a:t>），以美化網頁的外觀。</a:t>
            </a:r>
            <a:endParaRPr lang="en-US" altLang="zh-TW" dirty="0"/>
          </a:p>
          <a:p>
            <a:pPr marL="0" lvl="2" indent="0">
              <a:buNone/>
            </a:pP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BFA58FC-A8B1-4FD9-B983-B74E5A212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2204865"/>
            <a:ext cx="5949198" cy="312434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829AF48-1715-44CF-9F44-516CB39DB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883" y="5329205"/>
            <a:ext cx="5477363" cy="121325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704C7D9-EFCE-4D52-B60F-4273E74AC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863" y="5133467"/>
            <a:ext cx="2484132" cy="134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244457" cy="5760000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B56127A-8434-45ED-B2BF-141A41565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531910"/>
            <a:ext cx="6179415" cy="596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5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244457" cy="5760000"/>
          </a:xfrm>
        </p:spPr>
        <p:txBody>
          <a:bodyPr/>
          <a:lstStyle/>
          <a:p>
            <a:pPr marL="0" lvl="2" indent="0">
              <a:buNone/>
            </a:pPr>
            <a:r>
              <a:rPr lang="zh-TW" altLang="en-US" dirty="0"/>
              <a:t>如圖</a:t>
            </a:r>
            <a:r>
              <a:rPr lang="en-US" altLang="zh-TW" dirty="0"/>
              <a:t>13-15 </a:t>
            </a:r>
            <a:r>
              <a:rPr lang="zh-TW" altLang="en-US" dirty="0"/>
              <a:t>所示</a:t>
            </a:r>
            <a:r>
              <a:rPr lang="en-US" altLang="zh-TW" dirty="0"/>
              <a:t>CSS </a:t>
            </a:r>
            <a:r>
              <a:rPr lang="zh-TW" altLang="en-US" dirty="0"/>
              <a:t>的</a:t>
            </a:r>
            <a:r>
              <a:rPr lang="en-US" altLang="zh-TW" dirty="0"/>
              <a:t>padding</a:t>
            </a:r>
            <a:r>
              <a:rPr lang="zh-TW" altLang="en-US" dirty="0"/>
              <a:t>、</a:t>
            </a:r>
            <a:r>
              <a:rPr lang="en-US" altLang="zh-TW" dirty="0"/>
              <a:t>border</a:t>
            </a:r>
            <a:r>
              <a:rPr lang="zh-TW" altLang="en-US" dirty="0"/>
              <a:t>、</a:t>
            </a:r>
            <a:r>
              <a:rPr lang="en-US" altLang="zh-TW" dirty="0"/>
              <a:t>margin </a:t>
            </a:r>
            <a:r>
              <a:rPr lang="zh-TW" altLang="en-US" dirty="0"/>
              <a:t>屬性說明，     為元素本身，寬度及高度由</a:t>
            </a:r>
            <a:r>
              <a:rPr lang="en-US" altLang="zh-TW" dirty="0"/>
              <a:t>width </a:t>
            </a:r>
            <a:r>
              <a:rPr lang="zh-TW" altLang="en-US" dirty="0"/>
              <a:t>及</a:t>
            </a:r>
            <a:r>
              <a:rPr lang="en-US" altLang="zh-TW" dirty="0"/>
              <a:t>height </a:t>
            </a:r>
            <a:r>
              <a:rPr lang="zh-TW" altLang="en-US" dirty="0"/>
              <a:t>屬性設定， 內間距由</a:t>
            </a:r>
            <a:r>
              <a:rPr lang="en-US" altLang="zh-TW" dirty="0"/>
              <a:t>padding </a:t>
            </a:r>
            <a:r>
              <a:rPr lang="zh-TW" altLang="en-US" dirty="0"/>
              <a:t>屬性設定， 背景由</a:t>
            </a:r>
            <a:r>
              <a:rPr lang="en-US" altLang="zh-TW" dirty="0"/>
              <a:t>background-color </a:t>
            </a:r>
            <a:r>
              <a:rPr lang="zh-TW" altLang="en-US" dirty="0"/>
              <a:t>屬性設定。     為邊框，由</a:t>
            </a:r>
            <a:r>
              <a:rPr lang="en-US" altLang="zh-TW" dirty="0"/>
              <a:t>border </a:t>
            </a:r>
            <a:r>
              <a:rPr lang="zh-TW" altLang="en-US" dirty="0"/>
              <a:t>屬性設定。       為元素與元素之間的間距，由</a:t>
            </a:r>
            <a:r>
              <a:rPr lang="en-US" altLang="zh-TW" dirty="0"/>
              <a:t>margin </a:t>
            </a:r>
            <a:r>
              <a:rPr lang="zh-TW" altLang="en-US" dirty="0"/>
              <a:t>屬性設定。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7E24DA0-A462-4470-B0DC-A23B896D5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328" y="802805"/>
            <a:ext cx="285790" cy="25721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7B38FC2-2CB9-4E38-9663-43283BB2F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491" y="1422302"/>
            <a:ext cx="276264" cy="24768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F217F86-5BDB-43DD-B13A-AEE535F06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673" y="1729383"/>
            <a:ext cx="257211" cy="21910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45654A0-385A-430D-A26A-1EC8561A7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961" y="2166238"/>
            <a:ext cx="4896533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9427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304</Words>
  <Application>Microsoft Office PowerPoint</Application>
  <PresentationFormat>寬螢幕</PresentationFormat>
  <Paragraphs>13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微軟正黑體</vt:lpstr>
      <vt:lpstr>Arial</vt:lpstr>
      <vt:lpstr>Arial Black</vt:lpstr>
      <vt:lpstr>Calibri</vt:lpstr>
      <vt:lpstr>Calibri Light</vt:lpstr>
      <vt:lpstr>Wingdings</vt:lpstr>
      <vt:lpstr>Office 佈景主題</vt:lpstr>
      <vt:lpstr>Median</vt:lpstr>
      <vt:lpstr>PowerPoint 簡報</vt:lpstr>
      <vt:lpstr>13-4 網頁與HTML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炳志 林</dc:creator>
  <cp:lastModifiedBy>炳志 林</cp:lastModifiedBy>
  <cp:revision>1</cp:revision>
  <dcterms:created xsi:type="dcterms:W3CDTF">2026-09-16T03:36:20Z</dcterms:created>
  <dcterms:modified xsi:type="dcterms:W3CDTF">2026-09-16T03:37:59Z</dcterms:modified>
</cp:coreProperties>
</file>
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72" r:id="rId5"/>
    <p:sldId id="270" r:id="rId6"/>
    <p:sldId id="269" r:id="rId7"/>
    <p:sldId id="268" r:id="rId8"/>
    <p:sldId id="256" r:id="rId9"/>
    <p:sldId id="257" r:id="rId10"/>
    <p:sldId id="26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188102-D68B-BA7A-D123-E9EDF7232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0C66237-0304-2543-47B4-A5A4D32EC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DBCA9F-B80D-7ED7-B6BA-B0F720A66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DCD290-1E8F-1A0C-FA15-67329ABDF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455CC2-1770-EDC5-DB4E-D232A17B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799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45361D-99D2-EF06-E794-CCBDC56F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94E879-4EC5-6316-9AC2-88B390C3A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1D98BD-1270-2068-BFF3-C1E278CF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CC55FD-2453-6433-35CD-BD6E75BCC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7B7E315-2232-3003-4D0D-C174019B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094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495AE-BB1E-12B9-7BC9-00E77461D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48F06B-89C2-7A4B-0173-B1857CEC7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0BB7DC-8C2A-AA14-5C7D-2EB15D13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7C38F8-EABA-2E9D-C399-923B3005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B85E5FE-4C89-8C89-F7E5-1A69A256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89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5981DF-81D4-9223-9D1F-6D8C364D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101250-B873-1A0E-AC7B-A5523B2D1F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80A7250-3586-45EC-D685-E41C366D3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3CFC8B-E79B-F4E2-A13A-8AC47379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709CE4-7C2B-8474-ED33-904DFE0C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225D3F-FEB5-CB75-EAB5-0D0ED145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918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FBB95A-E8BD-E507-E9FD-36C68563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7CD87A-63DD-A22E-C8EC-9890C94A7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52EF672-2550-FA85-3738-1F1C80D04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BC122C6-D768-1182-BE07-59ED7FF92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7F86639-1F4B-2D2E-8A6C-91BBE9259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86E3BA7-4EE0-D286-A57F-A782AC46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6FA9587-D7BE-97E9-FA20-486D37EDF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0CECAE1-D068-4763-DD4E-83E97B882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9108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9DE2D7-7384-18F7-81C1-7B525C086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26E89D-3854-DA08-FB67-93DBFB5B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0016CC7-4802-6193-4C66-6E6108B9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5DD08B-68A8-23E7-2284-F8077A5B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4893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051A6E-34C9-25D7-2758-DF5D6019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DD0295A-4A23-BC48-D9DD-70756FB06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2347C8-1E50-6599-6647-377B3521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141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3872C-F1AC-C96D-8E6E-3DF3C66E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5BFDC1-5B20-5BDD-15A6-7F44F15A7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FC84A8-9C13-0FC7-1136-15270024A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C64092-7508-F0CC-AA6C-275AA15B9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B732EA-C62C-900D-5A3E-4BB4C7648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BCD7C1E-80BC-110E-02BB-625D5907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203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A207D1-9F22-BE0C-8EC3-8AACF56E0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9C942BC-5C85-FEBC-8C78-EA85FAC79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5EE318-7B0C-2F8A-DC21-BE1872B4F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BEC88B-589A-95D5-CEC8-099D1E11E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EAC626-2A03-E2F5-3ACD-46E657FCD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9D4E95-F355-A715-347A-A5015557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830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EC0D17-FF8C-2E75-ED84-D2E2F0A8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C8F09E-A254-1DA6-4674-560EEE65E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C0F222-97D8-52E3-E377-E9A761D4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B39C29-C4BC-7197-6C6D-79EFEE2F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9A8745-C919-646E-C252-32EF62D1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95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035DB75-37D5-10EA-7834-D34DF6768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908346-9FC3-4F07-8E32-1AF894303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A10D6A-ABB0-15BC-45B6-341EB7A4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977CEC-E6BE-AD5D-82EB-1AC3FB544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5B2CCD-5E47-2F9A-FBA0-F0F296FE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81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448E4A7-8BF4-DCE2-9BF1-C50C42C06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A4A35B-B8F9-1CB3-4158-C672B4CB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B34D49-3876-CD2A-94F7-AD1BB321CB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B031C-C4A8-4BBE-A7DA-D1328C96166F}" type="datetimeFigureOut">
              <a:rPr lang="zh-TW" altLang="en-US" smtClean="0"/>
              <a:t>2025/11/11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E55299-B397-3D74-2CEF-B4EA3C0371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CA73B5-0A3C-EAC6-8987-88A4D45BF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54338-864F-4AEB-AA52-C5A1024CB0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10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B89477F-4875-47AF-CE00-72A678F61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81" y="285311"/>
            <a:ext cx="11193437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11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69949A-4F79-DF78-FF85-AE37C7C8A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" y="323416"/>
            <a:ext cx="11145805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8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C665FCE-B1EC-4DEC-2409-BBA72905A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2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1F8E980-4411-28E6-F87D-26939AFA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39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44F5D5C-D855-53B1-7972-F8F53D25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8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6E7C1EF-5A24-9708-AE8B-7E95D6DC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84F1619-376D-2786-CBDB-414A88AF3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2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9A6DC-E68B-B4B5-89CF-0712F2FE78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5CF840E-7D68-9136-4110-79703A689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331A2AC-5F7C-0187-3423-E19B24665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0B7BB-E922-E618-F023-134FA6FD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D671E8-B2CB-398D-2535-4D7178403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121DF20-A62A-8760-675F-1190A96B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91" y="0"/>
            <a:ext cx="11504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1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5A439B1-8F70-FA51-A7AD-38B74ED43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30"/>
          <a:stretch>
            <a:fillRect/>
          </a:stretch>
        </p:blipFill>
        <p:spPr>
          <a:xfrm>
            <a:off x="0" y="397566"/>
            <a:ext cx="12192000" cy="623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78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F9764CB-6D5D-D032-45C5-594928772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61" y="0"/>
            <a:ext cx="115358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9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CE99B37-22EB-44D0-995C-E4975C99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853"/>
            <a:ext cx="12192000" cy="642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8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45CB8D3-5AB8-8245-0882-0B1A811A8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56" y="0"/>
            <a:ext cx="11655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30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67E00BF-D932-1FA2-AE46-5FD8B79C1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88" y="0"/>
            <a:ext cx="116856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63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8C7EDD2-E9B2-2108-FC47-A6CD1040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81" y="0"/>
            <a:ext cx="11740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28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CA3BE50-A4B6-6022-C8A6-AF53F5816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62" y="0"/>
            <a:ext cx="117062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70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78AE300-5B4D-C3A2-5725-59F89350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63" y="0"/>
            <a:ext cx="117754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008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6EEE3BE-2FAE-B953-2E4B-0D1ED1DAB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64" y="0"/>
            <a:ext cx="11855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78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FF73DE0-4698-FC30-BA66-E3DB81F7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593"/>
            <a:ext cx="12192000" cy="652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04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0</Words>
  <Application>Microsoft Office PowerPoint</Application>
  <PresentationFormat>寬螢幕</PresentationFormat>
  <Paragraphs>0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炳志 林</dc:creator>
  <cp:lastModifiedBy>炳志 林</cp:lastModifiedBy>
  <cp:revision>2</cp:revision>
  <dcterms:created xsi:type="dcterms:W3CDTF">2025-11-11T08:09:31Z</dcterms:created>
  <dcterms:modified xsi:type="dcterms:W3CDTF">2025-11-11T13:06:24Z</dcterms:modified>
</cp:coreProperties>
</file>